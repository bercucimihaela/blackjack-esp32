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1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97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1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66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1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5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3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31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7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8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17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D4CEA-BD4C-5A2D-CC72-26E46126F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ro-RO" dirty="0"/>
              <a:t>Proiect pia</a:t>
            </a:r>
            <a:br>
              <a:rPr lang="ro-RO" dirty="0"/>
            </a:br>
            <a:r>
              <a:rPr lang="ro-RO" dirty="0"/>
              <a:t>blackjack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E2B0E-FDD8-DD09-3F81-95EB5635E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3163829"/>
            <a:ext cx="5322013" cy="2627372"/>
          </a:xfrm>
        </p:spPr>
        <p:txBody>
          <a:bodyPr>
            <a:normAutofit/>
          </a:bodyPr>
          <a:lstStyle/>
          <a:p>
            <a:r>
              <a:rPr lang="ro-RO" dirty="0"/>
              <a:t>Proiect realizat de</a:t>
            </a:r>
          </a:p>
          <a:p>
            <a:r>
              <a:rPr lang="ro-RO" dirty="0"/>
              <a:t>Bercuci Mihaela</a:t>
            </a:r>
          </a:p>
          <a:p>
            <a:r>
              <a:rPr lang="ro-RO" dirty="0"/>
              <a:t>Militaru Răzvan</a:t>
            </a:r>
          </a:p>
          <a:p>
            <a:r>
              <a:rPr lang="ro-RO" dirty="0"/>
              <a:t>Tarbă Alessia-Melissa</a:t>
            </a:r>
          </a:p>
        </p:txBody>
      </p:sp>
      <p:pic>
        <p:nvPicPr>
          <p:cNvPr id="4" name="Picture 3" descr="Colorized light photo effects">
            <a:extLst>
              <a:ext uri="{FF2B5EF4-FFF2-40B4-BE49-F238E27FC236}">
                <a16:creationId xmlns:a16="http://schemas.microsoft.com/office/drawing/2014/main" id="{1D23A5AA-EEEE-6ED2-401D-2372053DD1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54" r="36879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32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A1733-4850-8797-59D7-6F0235EE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anchor="ctr">
            <a:normAutofit/>
          </a:bodyPr>
          <a:lstStyle/>
          <a:p>
            <a:r>
              <a:rPr lang="ro-RO" sz="3300"/>
              <a:t>componente</a:t>
            </a:r>
            <a:endParaRPr lang="en-US" sz="3300"/>
          </a:p>
        </p:txBody>
      </p:sp>
      <p:pic>
        <p:nvPicPr>
          <p:cNvPr id="1026" name="Picture 2" descr="A close-up of a microchip&#10;&#10;AI-generated content may be incorrect.">
            <a:extLst>
              <a:ext uri="{FF2B5EF4-FFF2-40B4-BE49-F238E27FC236}">
                <a16:creationId xmlns:a16="http://schemas.microsoft.com/office/drawing/2014/main" id="{51749E2D-6E0F-F216-5014-B13443691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1" r="1" b="6695"/>
          <a:stretch>
            <a:fillRect/>
          </a:stretch>
        </p:blipFill>
        <p:spPr bwMode="auto">
          <a:xfrm>
            <a:off x="-1" y="10"/>
            <a:ext cx="805634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9852A4CA-9F6C-20F9-497E-E83D051C3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3024" y="3359338"/>
            <a:ext cx="3685031" cy="2862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3A3939"/>
                </a:solidFill>
                <a:effectLst/>
                <a:latin typeface="Arial" panose="020B0604020202020204" pitchFamily="34" charset="0"/>
              </a:rPr>
              <a:t>Shield </a:t>
            </a:r>
            <a:r>
              <a:rPr lang="en-US" b="0" i="0" dirty="0" err="1">
                <a:solidFill>
                  <a:srgbClr val="3A3939"/>
                </a:solidFill>
                <a:effectLst/>
                <a:latin typeface="Arial" panose="020B0604020202020204" pitchFamily="34" charset="0"/>
              </a:rPr>
              <a:t>FeatherWing</a:t>
            </a:r>
            <a:r>
              <a:rPr lang="en-US" b="0" i="0" dirty="0">
                <a:solidFill>
                  <a:srgbClr val="3A3939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lang="en-US" b="0" i="0" dirty="0" err="1">
                <a:solidFill>
                  <a:srgbClr val="3A3939"/>
                </a:solidFill>
                <a:effectLst/>
                <a:latin typeface="Arial" panose="020B0604020202020204" pitchFamily="34" charset="0"/>
              </a:rPr>
              <a:t>Ecran</a:t>
            </a:r>
            <a:r>
              <a:rPr lang="en-US" b="0" i="0" dirty="0">
                <a:solidFill>
                  <a:srgbClr val="3A3939"/>
                </a:solidFill>
                <a:effectLst/>
                <a:latin typeface="Arial" panose="020B0604020202020204" pitchFamily="34" charset="0"/>
              </a:rPr>
              <a:t> OLED 128 x 32 </a:t>
            </a:r>
            <a:r>
              <a:rPr lang="en-US" b="0" i="0" dirty="0" err="1">
                <a:solidFill>
                  <a:srgbClr val="3A3939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lang="en-US" b="0" i="0" dirty="0">
                <a:solidFill>
                  <a:srgbClr val="3A3939"/>
                </a:solidFill>
                <a:effectLst/>
                <a:latin typeface="Arial" panose="020B0604020202020204" pitchFamily="34" charset="0"/>
              </a:rPr>
              <a:t> Adafruit Feather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78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EC9BA-595E-B401-33D7-57FD7043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507" y="1358671"/>
            <a:ext cx="2843711" cy="1493327"/>
          </a:xfrm>
        </p:spPr>
        <p:txBody>
          <a:bodyPr anchor="ctr">
            <a:normAutofit/>
          </a:bodyPr>
          <a:lstStyle/>
          <a:p>
            <a:r>
              <a:rPr lang="ro-RO" sz="3300"/>
              <a:t>componente</a:t>
            </a:r>
            <a:endParaRPr lang="en-US" sz="3300"/>
          </a:p>
        </p:txBody>
      </p:sp>
      <p:pic>
        <p:nvPicPr>
          <p:cNvPr id="2050" name="Picture 2" descr="ESP32 WIFI BLE Philippines | Circuitrocks – circuitrocks">
            <a:extLst>
              <a:ext uri="{FF2B5EF4-FFF2-40B4-BE49-F238E27FC236}">
                <a16:creationId xmlns:a16="http://schemas.microsoft.com/office/drawing/2014/main" id="{C7CFAEFA-7C0B-A1F0-30D7-AD854F284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5" r="1" b="9870"/>
          <a:stretch>
            <a:fillRect/>
          </a:stretch>
        </p:blipFill>
        <p:spPr bwMode="auto">
          <a:xfrm>
            <a:off x="-1" y="10"/>
            <a:ext cx="805634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1172935"/>
            <a:ext cx="26533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41170" y="3105667"/>
            <a:ext cx="2653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FEB814DC-7C49-2E00-114D-B4670D7D1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509" y="3359338"/>
            <a:ext cx="2843711" cy="2862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/>
              <a:t>ESP 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96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12BE6-AAE0-1A19-3727-C9BCC739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C5458-BA67-2BF0-C71D-D17D16E13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545336"/>
            <a:ext cx="10691265" cy="4315968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US" sz="1100" dirty="0"/>
              <a:t>#include &lt;</a:t>
            </a:r>
            <a:r>
              <a:rPr lang="en-US" sz="1100" dirty="0" err="1"/>
              <a:t>Wire.h</a:t>
            </a:r>
            <a:r>
              <a:rPr lang="en-US" sz="1100" dirty="0"/>
              <a:t>&gt;</a:t>
            </a:r>
          </a:p>
          <a:p>
            <a:pPr marL="0" indent="0">
              <a:buNone/>
            </a:pPr>
            <a:r>
              <a:rPr lang="en-US" sz="1100" dirty="0"/>
              <a:t>#include &lt;</a:t>
            </a:r>
            <a:r>
              <a:rPr lang="en-US" sz="1100" dirty="0" err="1"/>
              <a:t>Adafruit_GFX.h</a:t>
            </a:r>
            <a:r>
              <a:rPr lang="en-US" sz="1100" dirty="0"/>
              <a:t>&gt;</a:t>
            </a:r>
          </a:p>
          <a:p>
            <a:pPr marL="0" indent="0">
              <a:buNone/>
            </a:pPr>
            <a:r>
              <a:rPr lang="en-US" sz="1100" dirty="0"/>
              <a:t>#include &lt;Adafruit_SSD1306.h&gt;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#define SCREEN_WIDTH 128</a:t>
            </a:r>
          </a:p>
          <a:p>
            <a:pPr marL="0" indent="0">
              <a:buNone/>
            </a:pPr>
            <a:r>
              <a:rPr lang="en-US" sz="1100" dirty="0"/>
              <a:t>#define SCREEN_HEIGHT 64</a:t>
            </a:r>
          </a:p>
          <a:p>
            <a:pPr marL="0" indent="0">
              <a:buNone/>
            </a:pPr>
            <a:r>
              <a:rPr lang="en-US" sz="1100" dirty="0"/>
              <a:t>#define OLED_RESET    -1</a:t>
            </a:r>
          </a:p>
          <a:p>
            <a:pPr marL="0" indent="0">
              <a:buNone/>
            </a:pPr>
            <a:r>
              <a:rPr lang="en-US" sz="1100" dirty="0"/>
              <a:t>#define SCREEN_ADDRESS 0x3C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#define I2C_SDA 32</a:t>
            </a:r>
          </a:p>
          <a:p>
            <a:pPr marL="0" indent="0">
              <a:buNone/>
            </a:pPr>
            <a:r>
              <a:rPr lang="en-US" sz="1100" dirty="0"/>
              <a:t>#define I2C_SCL 33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#define BTN_HIT   25</a:t>
            </a:r>
          </a:p>
          <a:p>
            <a:pPr marL="0" indent="0">
              <a:buNone/>
            </a:pPr>
            <a:r>
              <a:rPr lang="en-US" sz="1100" dirty="0"/>
              <a:t>#define BTN_STAND 26</a:t>
            </a:r>
          </a:p>
          <a:p>
            <a:pPr marL="0" indent="0">
              <a:buNone/>
            </a:pPr>
            <a:r>
              <a:rPr lang="en-US" sz="1100" dirty="0"/>
              <a:t>#define BTN_RESET 27</a:t>
            </a:r>
          </a:p>
          <a:p>
            <a:pPr marL="0" indent="0">
              <a:buNone/>
            </a:pPr>
            <a:r>
              <a:rPr lang="en-US" sz="1100" dirty="0"/>
              <a:t>Adafruit_SSD1306 display(SCREEN_WIDTH, SCREEN_HEIGHT, &amp;Wire, OLED_RESET);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int </a:t>
            </a:r>
            <a:r>
              <a:rPr lang="en-US" sz="1100" dirty="0" err="1"/>
              <a:t>playerScore</a:t>
            </a:r>
            <a:r>
              <a:rPr lang="en-US" sz="1100" dirty="0"/>
              <a:t> = 0;</a:t>
            </a:r>
          </a:p>
          <a:p>
            <a:pPr marL="0" indent="0">
              <a:buNone/>
            </a:pPr>
            <a:r>
              <a:rPr lang="en-US" sz="1100" dirty="0"/>
              <a:t>int </a:t>
            </a:r>
            <a:r>
              <a:rPr lang="en-US" sz="1100" dirty="0" err="1"/>
              <a:t>dealerScore</a:t>
            </a:r>
            <a:r>
              <a:rPr lang="en-US" sz="1100" dirty="0"/>
              <a:t> = 0;</a:t>
            </a:r>
          </a:p>
          <a:p>
            <a:pPr marL="0" indent="0">
              <a:buNone/>
            </a:pPr>
            <a:r>
              <a:rPr lang="en-US" sz="1100" dirty="0"/>
              <a:t>bool </a:t>
            </a:r>
            <a:r>
              <a:rPr lang="en-US" sz="1100" dirty="0" err="1"/>
              <a:t>playerDone</a:t>
            </a:r>
            <a:r>
              <a:rPr lang="en-US" sz="1100" dirty="0"/>
              <a:t> = false;</a:t>
            </a:r>
          </a:p>
          <a:p>
            <a:pPr marL="0" indent="0">
              <a:buNone/>
            </a:pPr>
            <a:r>
              <a:rPr lang="en-US" sz="1100" dirty="0"/>
              <a:t>bool </a:t>
            </a:r>
            <a:r>
              <a:rPr lang="en-US" sz="1100" dirty="0" err="1"/>
              <a:t>gameEnded</a:t>
            </a:r>
            <a:r>
              <a:rPr lang="en-US" sz="1100" dirty="0"/>
              <a:t> = false;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int </a:t>
            </a:r>
            <a:r>
              <a:rPr lang="en-US" sz="1100" dirty="0" err="1"/>
              <a:t>drawCard</a:t>
            </a:r>
            <a:r>
              <a:rPr lang="en-US" sz="1100" dirty="0"/>
              <a:t>() {</a:t>
            </a:r>
          </a:p>
          <a:p>
            <a:pPr marL="0" indent="0">
              <a:buNone/>
            </a:pPr>
            <a:r>
              <a:rPr lang="en-US" sz="1100" dirty="0"/>
              <a:t>  return random(2, 1</a:t>
            </a:r>
            <a:r>
              <a:rPr lang="ro-RO" sz="1100"/>
              <a:t>1</a:t>
            </a:r>
            <a:r>
              <a:rPr lang="en-US" sz="1100"/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}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void </a:t>
            </a:r>
            <a:r>
              <a:rPr lang="en-US" sz="1100" dirty="0" err="1"/>
              <a:t>showText</a:t>
            </a:r>
            <a:r>
              <a:rPr lang="en-US" sz="1100" dirty="0"/>
              <a:t>(String line1, String line2 = "", String line3 = "") {</a:t>
            </a:r>
          </a:p>
          <a:p>
            <a:pPr marL="0" indent="0">
              <a:buNone/>
            </a:pPr>
            <a:r>
              <a:rPr lang="en-US" sz="1100" dirty="0"/>
              <a:t>  </a:t>
            </a:r>
            <a:r>
              <a:rPr lang="en-US" sz="1100" dirty="0" err="1"/>
              <a:t>display.clearDisplay</a:t>
            </a:r>
            <a:r>
              <a:rPr lang="en-US" sz="1100" dirty="0"/>
              <a:t>();</a:t>
            </a:r>
          </a:p>
          <a:p>
            <a:pPr marL="0" indent="0">
              <a:buNone/>
            </a:pPr>
            <a:r>
              <a:rPr lang="en-US" sz="11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5922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B832-F223-6EC7-AF3D-855802BCE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1FFA1-3AF0-B443-FB4A-7739E940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45336"/>
            <a:ext cx="10691265" cy="4681728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/>
              <a:t>display.setTextSize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display.setTextColor</a:t>
            </a:r>
            <a:r>
              <a:rPr lang="en-US" dirty="0"/>
              <a:t>(SSD1306_WHITE);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display.setCursor</a:t>
            </a:r>
            <a:r>
              <a:rPr lang="en-US" dirty="0"/>
              <a:t>(0, 0);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display.println</a:t>
            </a:r>
            <a:r>
              <a:rPr lang="en-US" dirty="0"/>
              <a:t>(line1);</a:t>
            </a:r>
          </a:p>
          <a:p>
            <a:pPr marL="0" indent="0">
              <a:buNone/>
            </a:pPr>
            <a:r>
              <a:rPr lang="en-US" dirty="0"/>
              <a:t>  if (line2 != "") </a:t>
            </a:r>
            <a:r>
              <a:rPr lang="en-US" dirty="0" err="1"/>
              <a:t>display.println</a:t>
            </a:r>
            <a:r>
              <a:rPr lang="en-US" dirty="0"/>
              <a:t>(line2);</a:t>
            </a:r>
          </a:p>
          <a:p>
            <a:pPr marL="0" indent="0">
              <a:buNone/>
            </a:pPr>
            <a:r>
              <a:rPr lang="en-US" dirty="0"/>
              <a:t>  if (line3 != "") </a:t>
            </a:r>
            <a:r>
              <a:rPr lang="en-US" dirty="0" err="1"/>
              <a:t>display.println</a:t>
            </a:r>
            <a:r>
              <a:rPr lang="en-US" dirty="0"/>
              <a:t>(line3);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display.display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resetGame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playerScore</a:t>
            </a:r>
            <a:r>
              <a:rPr lang="en-US" dirty="0"/>
              <a:t> = </a:t>
            </a:r>
            <a:r>
              <a:rPr lang="en-US" dirty="0" err="1"/>
              <a:t>drawCard</a:t>
            </a:r>
            <a:r>
              <a:rPr lang="en-US" dirty="0"/>
              <a:t>() + </a:t>
            </a:r>
            <a:r>
              <a:rPr lang="en-US" dirty="0" err="1"/>
              <a:t>drawCard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dealerScore</a:t>
            </a:r>
            <a:r>
              <a:rPr lang="en-US" dirty="0"/>
              <a:t> = </a:t>
            </a:r>
            <a:r>
              <a:rPr lang="en-US" dirty="0" err="1"/>
              <a:t>drawCard</a:t>
            </a:r>
            <a:r>
              <a:rPr lang="en-US" dirty="0"/>
              <a:t>() + </a:t>
            </a:r>
            <a:r>
              <a:rPr lang="en-US" dirty="0" err="1"/>
              <a:t>drawCard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playerDone</a:t>
            </a:r>
            <a:r>
              <a:rPr lang="en-US" dirty="0"/>
              <a:t> = false;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gameEnded</a:t>
            </a:r>
            <a:r>
              <a:rPr lang="en-US" dirty="0"/>
              <a:t> = false;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showText</a:t>
            </a:r>
            <a:r>
              <a:rPr lang="en-US" dirty="0"/>
              <a:t>("BLACKJACK",</a:t>
            </a:r>
          </a:p>
          <a:p>
            <a:pPr marL="0" indent="0">
              <a:buNone/>
            </a:pPr>
            <a:r>
              <a:rPr lang="en-US" dirty="0"/>
              <a:t>           "You: " + String(</a:t>
            </a:r>
            <a:r>
              <a:rPr lang="en-US" dirty="0" err="1"/>
              <a:t>playerScore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       "25=Hit 26=Stand");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setup()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Serial.begin</a:t>
            </a:r>
            <a:r>
              <a:rPr lang="en-US" dirty="0"/>
              <a:t>(115200);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Wire.begin</a:t>
            </a:r>
            <a:r>
              <a:rPr lang="en-US" dirty="0"/>
              <a:t>(I2C_SDA, I2C_SCL);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randomSeed</a:t>
            </a:r>
            <a:r>
              <a:rPr lang="en-US" dirty="0"/>
              <a:t>(</a:t>
            </a:r>
            <a:r>
              <a:rPr lang="en-US" dirty="0" err="1"/>
              <a:t>analogRead</a:t>
            </a:r>
            <a:r>
              <a:rPr lang="en-US" dirty="0"/>
              <a:t>(0));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pinMode</a:t>
            </a:r>
            <a:r>
              <a:rPr lang="en-US" dirty="0"/>
              <a:t>(BTN_HIT, INPUT_PULLUP);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pinMode</a:t>
            </a:r>
            <a:r>
              <a:rPr lang="en-US" dirty="0"/>
              <a:t>(BTN_STAND, INPUT_PULLUP);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pinMode</a:t>
            </a:r>
            <a:r>
              <a:rPr lang="en-US" dirty="0"/>
              <a:t>(BTN_RESET, INPUT_PULLUP);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if (!</a:t>
            </a:r>
            <a:r>
              <a:rPr lang="en-US" dirty="0" err="1"/>
              <a:t>display.begin</a:t>
            </a:r>
            <a:r>
              <a:rPr lang="en-US" dirty="0"/>
              <a:t>(SSD1306_SWITCHCAPVCC, SCREEN_ADDRESS)) {</a:t>
            </a:r>
          </a:p>
        </p:txBody>
      </p:sp>
    </p:spTree>
    <p:extLst>
      <p:ext uri="{BB962C8B-B14F-4D97-AF65-F5344CB8AC3E}">
        <p14:creationId xmlns:p14="http://schemas.microsoft.com/office/powerpoint/2010/main" val="2501066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F0DAA-75E1-6D04-0771-33B74700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14D02-828D-51D7-EFD5-D68955226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8642"/>
            <a:ext cx="10691265" cy="4193246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Serial.println</a:t>
            </a:r>
            <a:r>
              <a:rPr lang="en-US" dirty="0"/>
              <a:t>(F("</a:t>
            </a:r>
            <a:r>
              <a:rPr lang="en-US" dirty="0" err="1"/>
              <a:t>Eroare</a:t>
            </a:r>
            <a:r>
              <a:rPr lang="en-US" dirty="0"/>
              <a:t> OLED"));</a:t>
            </a:r>
          </a:p>
          <a:p>
            <a:pPr marL="0" indent="0">
              <a:buNone/>
            </a:pPr>
            <a:r>
              <a:rPr lang="en-US" dirty="0"/>
              <a:t>    while (1);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resetGame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loop() {</a:t>
            </a:r>
          </a:p>
          <a:p>
            <a:pPr marL="0" indent="0">
              <a:buNone/>
            </a:pPr>
            <a:r>
              <a:rPr lang="en-US" dirty="0"/>
              <a:t>  if (!</a:t>
            </a:r>
            <a:r>
              <a:rPr lang="en-US" dirty="0" err="1"/>
              <a:t>playerDone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digitalRead</a:t>
            </a:r>
            <a:r>
              <a:rPr lang="en-US" dirty="0"/>
              <a:t>(BTN_HIT) == LOW) {</a:t>
            </a:r>
          </a:p>
          <a:p>
            <a:pPr marL="0" indent="0">
              <a:buNone/>
            </a:pPr>
            <a:r>
              <a:rPr lang="en-US" dirty="0"/>
              <a:t>      delay(200);</a:t>
            </a:r>
          </a:p>
          <a:p>
            <a:pPr marL="0" indent="0">
              <a:buNone/>
            </a:pPr>
            <a:r>
              <a:rPr lang="en-US" dirty="0"/>
              <a:t>      int card = </a:t>
            </a:r>
            <a:r>
              <a:rPr lang="en-US" dirty="0" err="1"/>
              <a:t>drawCard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playerScore</a:t>
            </a:r>
            <a:r>
              <a:rPr lang="en-US" dirty="0"/>
              <a:t> += card;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Serial.println</a:t>
            </a:r>
            <a:r>
              <a:rPr lang="en-US" dirty="0"/>
              <a:t>("HIT: " + String(card));</a:t>
            </a:r>
          </a:p>
          <a:p>
            <a:pPr marL="0" indent="0">
              <a:buNone/>
            </a:pPr>
            <a:r>
              <a:rPr lang="en-US" dirty="0"/>
              <a:t>      if (</a:t>
            </a:r>
            <a:r>
              <a:rPr lang="en-US" dirty="0" err="1"/>
              <a:t>playerScore</a:t>
            </a:r>
            <a:r>
              <a:rPr lang="en-US" dirty="0"/>
              <a:t> &gt; 21)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playerDone</a:t>
            </a:r>
            <a:r>
              <a:rPr lang="en-US" dirty="0"/>
              <a:t> = true;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gameEnded</a:t>
            </a:r>
            <a:r>
              <a:rPr lang="en-US" dirty="0"/>
              <a:t> = true;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showText</a:t>
            </a:r>
            <a:r>
              <a:rPr lang="en-US" dirty="0"/>
              <a:t>("You BUST!",</a:t>
            </a:r>
          </a:p>
          <a:p>
            <a:pPr marL="0" indent="0">
              <a:buNone/>
            </a:pPr>
            <a:r>
              <a:rPr lang="en-US" dirty="0"/>
              <a:t>                 "Score: " + String(</a:t>
            </a:r>
            <a:r>
              <a:rPr lang="en-US" dirty="0" err="1"/>
              <a:t>playerScore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             "27=Reset");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showText</a:t>
            </a:r>
            <a:r>
              <a:rPr lang="en-US" dirty="0"/>
              <a:t>("You: " + String(</a:t>
            </a:r>
            <a:r>
              <a:rPr lang="en-US" dirty="0" err="1"/>
              <a:t>playerScore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             "25=Hit 26=Stand");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digitalRead</a:t>
            </a:r>
            <a:r>
              <a:rPr lang="en-US" dirty="0"/>
              <a:t>(BTN_STAND) == LOW) {</a:t>
            </a:r>
          </a:p>
        </p:txBody>
      </p:sp>
    </p:spTree>
    <p:extLst>
      <p:ext uri="{BB962C8B-B14F-4D97-AF65-F5344CB8AC3E}">
        <p14:creationId xmlns:p14="http://schemas.microsoft.com/office/powerpoint/2010/main" val="1871891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04946-07A3-CD1A-D141-A92B388F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E7FB8-C3CF-1332-0757-B095B6FEC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4421"/>
            <a:ext cx="10691265" cy="4277467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delay(200);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playerDone</a:t>
            </a:r>
            <a:r>
              <a:rPr lang="en-US" dirty="0"/>
              <a:t> = true;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while (</a:t>
            </a:r>
            <a:r>
              <a:rPr lang="en-US" dirty="0" err="1"/>
              <a:t>dealerScore</a:t>
            </a:r>
            <a:r>
              <a:rPr lang="en-US" dirty="0"/>
              <a:t> &lt; 17)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dealerScore</a:t>
            </a:r>
            <a:r>
              <a:rPr lang="en-US" dirty="0"/>
              <a:t> += </a:t>
            </a:r>
            <a:r>
              <a:rPr lang="en-US" dirty="0" err="1"/>
              <a:t>drawCard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String result;</a:t>
            </a:r>
          </a:p>
          <a:p>
            <a:pPr marL="0" indent="0">
              <a:buNone/>
            </a:pPr>
            <a:r>
              <a:rPr lang="en-US" dirty="0"/>
              <a:t>      if (</a:t>
            </a:r>
            <a:r>
              <a:rPr lang="en-US" dirty="0" err="1"/>
              <a:t>dealerScore</a:t>
            </a:r>
            <a:r>
              <a:rPr lang="en-US" dirty="0"/>
              <a:t> &gt; 21 || </a:t>
            </a:r>
            <a:r>
              <a:rPr lang="en-US" dirty="0" err="1"/>
              <a:t>playerScore</a:t>
            </a:r>
            <a:r>
              <a:rPr lang="en-US" dirty="0"/>
              <a:t> &gt; </a:t>
            </a:r>
            <a:r>
              <a:rPr lang="en-US" dirty="0" err="1"/>
              <a:t>dealerScore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result = "🏆 You win!";</a:t>
            </a:r>
          </a:p>
          <a:p>
            <a:pPr marL="0" indent="0">
              <a:buNone/>
            </a:pPr>
            <a:r>
              <a:rPr lang="en-US" dirty="0"/>
              <a:t>      else if (</a:t>
            </a:r>
            <a:r>
              <a:rPr lang="en-US" dirty="0" err="1"/>
              <a:t>playerScore</a:t>
            </a:r>
            <a:r>
              <a:rPr lang="en-US" dirty="0"/>
              <a:t> &lt; </a:t>
            </a:r>
            <a:r>
              <a:rPr lang="en-US" dirty="0" err="1"/>
              <a:t>dealerScore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result = "💀 Dealer wins!";</a:t>
            </a:r>
          </a:p>
          <a:p>
            <a:pPr marL="0" indent="0">
              <a:buNone/>
            </a:pPr>
            <a:r>
              <a:rPr lang="en-US" dirty="0"/>
              <a:t>      else</a:t>
            </a:r>
          </a:p>
          <a:p>
            <a:pPr marL="0" indent="0">
              <a:buNone/>
            </a:pPr>
            <a:r>
              <a:rPr lang="en-US" dirty="0"/>
              <a:t>        result = "🤝 Draw";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showText</a:t>
            </a:r>
            <a:r>
              <a:rPr lang="en-US" dirty="0"/>
              <a:t>("You: " + String(</a:t>
            </a:r>
            <a:r>
              <a:rPr lang="en-US" dirty="0" err="1"/>
              <a:t>playerScore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           "Dealer: " + String(</a:t>
            </a:r>
            <a:r>
              <a:rPr lang="en-US" dirty="0" err="1"/>
              <a:t>dealerScore</a:t>
            </a:r>
            <a:r>
              <a:rPr lang="en-US" dirty="0"/>
              <a:t>),</a:t>
            </a:r>
          </a:p>
          <a:p>
            <a:pPr marL="0" indent="0">
              <a:buNone/>
            </a:pPr>
            <a:r>
              <a:rPr lang="en-US" dirty="0"/>
              <a:t>               result + " | 27=Reset");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gameEnded</a:t>
            </a:r>
            <a:r>
              <a:rPr lang="en-US" dirty="0"/>
              <a:t> = true;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if (</a:t>
            </a:r>
            <a:r>
              <a:rPr lang="en-US" dirty="0" err="1"/>
              <a:t>gameEnded</a:t>
            </a:r>
            <a:r>
              <a:rPr lang="en-US" dirty="0"/>
              <a:t> &amp;&amp; </a:t>
            </a:r>
            <a:r>
              <a:rPr lang="en-US" dirty="0" err="1"/>
              <a:t>digitalRead</a:t>
            </a:r>
            <a:r>
              <a:rPr lang="en-US" dirty="0"/>
              <a:t>(BTN_RESET) == LOW) {</a:t>
            </a:r>
          </a:p>
          <a:p>
            <a:pPr marL="0" indent="0">
              <a:buNone/>
            </a:pPr>
            <a:r>
              <a:rPr lang="en-US" dirty="0"/>
              <a:t>    delay(300);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resetGame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5150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675</Words>
  <Application>Microsoft Office PowerPoint</Application>
  <PresentationFormat>Ecran lat</PresentationFormat>
  <Paragraphs>125</Paragraphs>
  <Slides>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11" baseType="lpstr">
      <vt:lpstr>Arial</vt:lpstr>
      <vt:lpstr>Calisto MT</vt:lpstr>
      <vt:lpstr>Univers Condensed</vt:lpstr>
      <vt:lpstr>ChronicleVTI</vt:lpstr>
      <vt:lpstr>Proiect pia blackjack</vt:lpstr>
      <vt:lpstr>componente</vt:lpstr>
      <vt:lpstr>componente</vt:lpstr>
      <vt:lpstr>cod</vt:lpstr>
      <vt:lpstr>cod</vt:lpstr>
      <vt:lpstr>cod</vt:lpstr>
      <vt:lpstr>cod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Alessia-Melissa TARBĂ (147969)</dc:creator>
  <cp:lastModifiedBy>Robert</cp:lastModifiedBy>
  <cp:revision>2</cp:revision>
  <dcterms:created xsi:type="dcterms:W3CDTF">2025-05-28T20:10:16Z</dcterms:created>
  <dcterms:modified xsi:type="dcterms:W3CDTF">2026-06-15T16:54:42Z</dcterms:modified>
</cp:coreProperties>
</file>